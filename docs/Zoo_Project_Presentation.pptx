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in English. Introduce yourself and the project: a Java zoo program that now stores its data in a real PostgreSQL database. Keep it to ~30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before/after. The original program used arrays and files; data was lost on restart. The new version stores everything in a normalized PostgreSQL schema and talks to it through JDBC. Stress that the focus of the project is the ERD, tables, and the Java-to-DB interaction.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ERD. ANIMAL is the shared base (ISA). Each animal also gets a row in PREDATOR, FISH, or PENGUIN with the same animal_id. FISH_COLORS resolves the multivalued Color array into 1NF. MEDICALTREATMENT links to ANIMAL so any animal type can be treated through one FK.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table by table. Emphasize the key design decisions: merging Lion/Tiger into a species column, FISH_COLORS composite key for 1NF, penguin rank replacing the linked list, and one medical FK for all animals. Mention 3NF was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what goes beyond the basics: JDBC with PreparedStatement, 10+ meaningful queries, and the bonus trigger. Then do the live demo: run the Java program, insert an animal, and query it in DataGrip.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my own reflection on using AI — written in my own words, not generated by Claude. I used it for guidance and understanding, especially on the ERD design where I had to revise my first approach, and to debug specific problems rather than getting ready-made fixes for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7D8471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4937760"/>
            <a:ext cx="2560320" cy="2560320"/>
          </a:xfrm>
          <a:prstGeom prst="ellipse">
            <a:avLst/>
          </a:prstGeom>
          <a:solidFill>
            <a:srgbClr val="A4AC8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7D8471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A4A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COURSE 10127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 Management System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A4A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Java Objects to a PostgreSQL Database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7D847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206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Roei Zalah</a:t>
            </a:r>
            <a:endParaRPr lang="en-US" sz="2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Afeka College of Engineering · Tel Aviv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4A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project (approved)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Project?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D8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OOP Program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object-oriented zoo built in a previous course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modeled with classes &amp; inheritance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kept in arrays and files in memory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every restart — no real storage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2D4A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4A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Database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EA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relational schema (7 tables, 3NF)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EA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animal data stored permanently in Postgres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EA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connects via JDBC and runs full CRUD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EA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restarts and supports SQL queries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EFEEE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8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existing OOP program and give it a real database back end.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is the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the Java program and PostgreSQL through JDBC.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hierarchy: every animal has one row in ANIMAL plus one row in its specific type table (shared animal_id).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14884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148840" cy="384048"/>
          </a:xfrm>
          <a:prstGeom prst="rect">
            <a:avLst/>
          </a:prstGeom>
          <a:solidFill>
            <a:srgbClr val="2D4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65376"/>
            <a:ext cx="1965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pPr algn="l" indent="0" marL="0">
              <a:buNone/>
            </a:pPr>
            <a:r>
              <a:rPr lang="en-US" sz="950" b="1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zoo_id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2089404"/>
            <a:ext cx="1965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1965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537460"/>
            <a:ext cx="1965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761488"/>
            <a:ext cx="1965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1463040"/>
            <a:ext cx="228600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463040"/>
            <a:ext cx="2286000" cy="384048"/>
          </a:xfrm>
          <a:prstGeom prst="rect">
            <a:avLst/>
          </a:prstGeom>
          <a:solidFill>
            <a:srgbClr val="2D4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1865376"/>
            <a:ext cx="2103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pPr algn="l" indent="0" marL="0">
              <a:buNone/>
            </a:pPr>
            <a:r>
              <a:rPr lang="en-US" sz="950" b="1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2089404"/>
            <a:ext cx="2103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11880" y="2313432"/>
            <a:ext cx="2103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2537460"/>
            <a:ext cx="2103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761488"/>
            <a:ext cx="2103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D8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zoo_id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46520" y="1417320"/>
            <a:ext cx="233172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1417320"/>
            <a:ext cx="2331720" cy="384048"/>
          </a:xfrm>
          <a:prstGeom prst="rect">
            <a:avLst/>
          </a:prstGeom>
          <a:solidFill>
            <a:srgbClr val="7D84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417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1819656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pPr algn="l" indent="0" marL="0">
              <a:buNone/>
            </a:pPr>
            <a:r>
              <a:rPr lang="en-US" sz="950" b="1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37960" y="2043684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37960" y="2267712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37960" y="2491740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37960" y="2715768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46520" y="3246120"/>
            <a:ext cx="23317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3246120"/>
            <a:ext cx="2331720" cy="384048"/>
          </a:xfrm>
          <a:prstGeom prst="rect">
            <a:avLst/>
          </a:prstGeom>
          <a:solidFill>
            <a:srgbClr val="7D84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3648456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pPr algn="l" indent="0" marL="0">
              <a:buNone/>
            </a:pPr>
            <a:r>
              <a:rPr lang="en-US" sz="950" b="1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37960" y="3872484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37960" y="4096512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37960" y="4320540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46520" y="4892040"/>
            <a:ext cx="23317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46520" y="4892040"/>
            <a:ext cx="2331720" cy="384048"/>
          </a:xfrm>
          <a:prstGeom prst="rect">
            <a:avLst/>
          </a:prstGeom>
          <a:solidFill>
            <a:srgbClr val="7D84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4892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PENGUIN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37960" y="5294376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pPr algn="l" indent="0" marL="0">
              <a:buNone/>
            </a:pPr>
            <a:r>
              <a:rPr lang="en-US" sz="950" b="1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37960" y="5518404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37960" y="5742432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37960" y="5966460"/>
            <a:ext cx="2148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281160" y="3246120"/>
            <a:ext cx="224028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281160" y="3246120"/>
            <a:ext cx="2240280" cy="384048"/>
          </a:xfrm>
          <a:prstGeom prst="rect">
            <a:avLst/>
          </a:prstGeom>
          <a:solidFill>
            <a:srgbClr val="6E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81160" y="3246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FISH_COLORS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372600" y="3648456"/>
            <a:ext cx="2057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D8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372600" y="3872484"/>
            <a:ext cx="2057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281160" y="1417320"/>
            <a:ext cx="22402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81160" y="1417320"/>
            <a:ext cx="2240280" cy="384048"/>
          </a:xfrm>
          <a:prstGeom prst="rect">
            <a:avLst/>
          </a:prstGeom>
          <a:solidFill>
            <a:srgbClr val="6E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81160" y="1417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MEDICALTREATMENT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372600" y="1819656"/>
            <a:ext cx="2057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pPr algn="l" indent="0" marL="0">
              <a:buNone/>
            </a:pPr>
            <a:r>
              <a:rPr lang="en-US" sz="950" b="1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treatment_id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372600" y="2043684"/>
            <a:ext cx="2057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372600" y="2267712"/>
            <a:ext cx="2057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treatment_date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372600" y="2491740"/>
            <a:ext cx="2057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D8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pPr algn="l" indent="0" marL="0">
              <a:buNone/>
            </a:pPr>
            <a:r>
              <a:rPr lang="en-US" sz="9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animal_id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88920" y="2251710"/>
            <a:ext cx="731520" cy="0"/>
          </a:xfrm>
          <a:prstGeom prst="line">
            <a:avLst/>
          </a:prstGeom>
          <a:noFill/>
          <a:ln w="19050">
            <a:solidFill>
              <a:srgbClr val="6B72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06440" y="2251710"/>
            <a:ext cx="640080" cy="-45720"/>
          </a:xfrm>
          <a:prstGeom prst="line">
            <a:avLst/>
          </a:prstGeom>
          <a:noFill/>
          <a:ln w="19050">
            <a:solidFill>
              <a:srgbClr val="6B726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06440" y="2251710"/>
            <a:ext cx="640080" cy="1671066"/>
          </a:xfrm>
          <a:prstGeom prst="line">
            <a:avLst/>
          </a:prstGeom>
          <a:noFill/>
          <a:ln w="19050">
            <a:solidFill>
              <a:srgbClr val="6B726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06440" y="2251710"/>
            <a:ext cx="640080" cy="3316986"/>
          </a:xfrm>
          <a:prstGeom prst="line">
            <a:avLst/>
          </a:prstGeom>
          <a:noFill/>
          <a:ln w="19050">
            <a:solidFill>
              <a:srgbClr val="6B726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78240" y="3922776"/>
            <a:ext cx="502920" cy="-224028"/>
          </a:xfrm>
          <a:prstGeom prst="line">
            <a:avLst/>
          </a:prstGeom>
          <a:noFill/>
          <a:ln w="19050">
            <a:solidFill>
              <a:srgbClr val="6B726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06440" y="1737360"/>
            <a:ext cx="3474720" cy="356616"/>
          </a:xfrm>
          <a:prstGeom prst="line">
            <a:avLst/>
          </a:prstGeom>
          <a:noFill/>
          <a:ln w="19050">
            <a:solidFill>
              <a:srgbClr val="6B726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pPr algn="l" indent="0" marL="0">
              <a:buNone/>
            </a:pPr>
            <a:r>
              <a:rPr lang="en-US" sz="110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primary key    </a:t>
            </a:r>
            <a:pPr algn="l" indent="0" marL="0">
              <a:buNone/>
            </a:pPr>
            <a:r>
              <a:rPr lang="en-US" sz="1100" b="1" dirty="0">
                <a:solidFill>
                  <a:srgbClr val="7D8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pPr algn="l" indent="0" marL="0">
              <a:buNone/>
            </a:pPr>
            <a:r>
              <a:rPr lang="en-US" sz="110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foreign key    </a:t>
            </a:r>
            <a:pPr algn="l" indent="0" marL="0">
              <a:buNone/>
            </a:pPr>
            <a:r>
              <a:rPr lang="en-US" sz="110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ISA: is-a relationship (shared animal_id)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Tables (7 total · 3NF)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383280"/>
                <a:gridCol w="52120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Table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Purpose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Key design point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ZOO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zoo itself (name, address)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of all animals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ANIMAL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table for every animal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shared fields: age, happiness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PREDATOR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Lions &amp; tigers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via species column (no duplicate tables)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FISH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fish types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 column instead of subclasses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FISH_COLORS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 of each fish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key resolves Color[] → 1NF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PENGUIN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Penguins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replaces the Java linked-list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4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MEDICALTREATMENT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 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FK to ANIMAL serves every animal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172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merge subclasses?  </a:t>
            </a:r>
            <a:pPr algn="l" indent="0" marL="0">
              <a:buNone/>
            </a:pPr>
            <a:r>
              <a:rPr lang="en-US" sz="130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inheritance does not map 1-to-1 to tables. Lion vs Tiger had no unique columns — only different behaviour — so they became one </a:t>
            </a:r>
            <a:pPr algn="l" indent="0" marL="0">
              <a:buNone/>
            </a:pPr>
            <a:r>
              <a:rPr lang="en-US" sz="1300" dirty="0">
                <a:solidFill>
                  <a:srgbClr val="2D4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species</a:t>
            </a:r>
            <a:pPr algn="l" indent="0" marL="0">
              <a:buNone/>
            </a:pPr>
            <a:r>
              <a:rPr lang="en-US" sz="130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 instead of separate tables.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4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754880"/>
            <a:ext cx="2743200" cy="2743200"/>
          </a:xfrm>
          <a:prstGeom prst="ellipse">
            <a:avLst/>
          </a:prstGeom>
          <a:solidFill>
            <a:srgbClr val="7D8471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188720"/>
            <a:ext cx="2926080" cy="2926080"/>
          </a:xfrm>
          <a:prstGeom prst="ellipse">
            <a:avLst/>
          </a:prstGeom>
          <a:solidFill>
            <a:srgbClr val="7D8471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Requirements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A4AC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D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JDBC Integration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 + ResultSet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every table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password via Scanner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against SQL injection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45920"/>
            <a:ext cx="640080" cy="640080"/>
          </a:xfrm>
          <a:prstGeom prst="ellipse">
            <a:avLst/>
          </a:prstGeom>
          <a:solidFill>
            <a:srgbClr val="A4AC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D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 SQL Queries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00600" y="297180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across ANIMAL &amp; subtypes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Aggregates: COUNT, AVG happiness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species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Sub-queries for vet treatments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21040" y="13716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0" y="1645920"/>
            <a:ext cx="640080" cy="640080"/>
          </a:xfrm>
          <a:prstGeom prst="ellipse">
            <a:avLst/>
          </a:prstGeom>
          <a:solidFill>
            <a:srgbClr val="C99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595360" y="2423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D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(Bonus)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41080" y="297180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on MEDICALTREATMENT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Auto-updates animal state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lives in the database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transaction awareness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10835640" cy="914400"/>
          </a:xfrm>
          <a:prstGeom prst="roundRect">
            <a:avLst>
              <a:gd name="adj" fmla="val 9000"/>
            </a:avLst>
          </a:prstGeom>
          <a:solidFill>
            <a:srgbClr val="7D847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Java program → connect to PostgreSQL → insert an animal → see it appear with a SQL query in DataGrip.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AI in This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Claude (AI) to help me understand things and guide me — not to write the project for me.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  <a:gridCol w="274320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Task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Prompt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Was it useful?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Did I need to change it?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4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ERD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why Lion/Tiger shouldn't be separate 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helped me see why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changed my first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4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Choosing SQL queries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what queries make sense for this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talked through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changes after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4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 + 3NF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for help understanding normalization and writing the 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explained it, guided the 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Some, based on my 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4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JDBC connection issues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why my program couldn't connect to 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helped me find the real cause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fixed it myself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4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(bonus)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what a trigger is and how to use one 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explained it clearly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worked once tested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4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for help building slides showing the process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helped build the slides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3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formatting changes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44068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EFEEE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5486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tested it: 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ran everything myself in DataGrip to check it worked the way I expected. For the trigger, I inserted a real medical treatment and checked the animal's happiness number went up correctly. For the JDBC problems, I ran the program again after every fix to make sure it actually connected.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 Management System — From Java to PostgreSQL</dc:title>
  <dc:subject>PptxGenJS Presentation</dc:subject>
  <dc:creator>Roei Zalah</dc:creator>
  <cp:lastModifiedBy>Roei Zalah</cp:lastModifiedBy>
  <cp:revision>1</cp:revision>
  <dcterms:created xsi:type="dcterms:W3CDTF">2026-06-25T15:30:45Z</dcterms:created>
  <dcterms:modified xsi:type="dcterms:W3CDTF">2026-06-25T15:30:45Z</dcterms:modified>
</cp:coreProperties>
</file>